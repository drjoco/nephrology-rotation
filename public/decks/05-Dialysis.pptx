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Dialysis &amp; KRT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Indications, modalities, and access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is started because of a problem the kidneys cannot solve — not because of a number.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 is about a decision, not a diagnosis.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Kidney replacement therapy in acute kidney injury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KRT CONSULT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AEIOU (acidosis, electrolytes, ingestion, overload, uremia)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ESRD admitted, off-schedule, or missed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hyperK or pulmonary edema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Dialyzable toxin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CKD-5 — access + modality planning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 or catheter issue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CRRT vs IHD in the ICU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problem, not the modality. 'Refractory hyperK despite therapy' is a reason. 'BUN 100' is not. Name the question, what failed, and the ask.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AEIOU: the urgent indications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→ dialysis is not elective.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KRT in AKI — indications and timing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252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4904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&lt; 7.1–7.15 refractory to bicarbonate and ventilation.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1305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 &gt; 6.5 or K+ with ECG changes refractory to medical therapy.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7706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Dialyzable toxin: methanol, ethylene glycol, salicylates, lithium, metformin (metformin-associated lactic acidosis (MALA)), valproate.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107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pulmonary edema; anuric CHF; need for space for blood products or TPN.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Uremia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0507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Pericarditis, encephalopathy, bleeding diathesis, intractable nausea or pruritus.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solidFill>
            <a:srgbClr val="EBF3F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STARRT-AKI / AKIKI: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AEIOU, watchful waiting is safe — ~40% avoid KRT entirely. Don't start for BUN/Cr alone.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Modalities at a glance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Hemodynamics and clinical context drive the choice.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Selection of modality for acute renal replacement therapy (RRT) (2026).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920240"/>
                <a:gridCol w="14630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renal replacement therapy (CRRT)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h, 3×/wk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 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h nightly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CAPD 4 exchanges/d or automated peritoneal dialysis (APD) nightly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Hemodynamics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Demanding — requires stable 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Gentle — ideal for shock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gentle — preserves residual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Solute clearance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— best for toxins / severe hyperK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(20–25 mL/kg/h effluent)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— not for acute toxicity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removal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(up to 4 L per session)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titrated to hemodynamics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Slow; limited in peritoneal scarring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AVF &gt; arteriovenous graft (AVG) &gt; central venous catheter (CVC)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Large-bore CVC (usually IJ)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catheter (Tenckhoff) — 2 weeks to mature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patient, toxin, severe hyperK, fast removal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Shock, high fluid requirements, brain injury (↓ ICP shifts)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ICU without full CRRT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modality, preserved residual function, pediatric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Vascular access — life-plan first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access, right patient, right time. Plan months in advance.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 Vascular Access Guidelines 2019 Update.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46888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Maturation / prep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arteriovenous fistula (AVF)  (native)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life, lowest infection, best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 patients are candidates; may fail to mature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needs months; refer around eGFR 15–20 or earlier if rapid decline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 (graft)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maturation, salvageable for obese/vasculopath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thrombosis, infection, shorter life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Tunneled CVC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(central line-associated bloodstream infection (CLABSI)), thrombosis, central stenosis → ruins future AVF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bridge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catheter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modality; no needles; gentler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Peritonitis risk; abdominal surgery / hernias contraindicate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 to mature; embedded or buried 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F5E4CD"/>
          </a:solidFill>
          <a:ln w="6350">
            <a:solidFill>
              <a:srgbClr val="BC6C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 preservation matters: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PICCs, NO IVs in non-dominant arm once eGFR &lt; 30. Central lines ruin future AVF sites.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Complications during &amp; between treatments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them — they're common and often preventable.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Intradialytic hypotension; Dialysis-related complications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DIALYSIS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 — most common. Causes: excessive UF, short session, cardiac dysfunction. Management: lower UF rate, cool dialysate, midodrine, reassess dry weight.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cramps — high UF rate; reduce goal.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Arrhythmias — sudden cardiac death risk elevated on MWF schedule (long interval).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dysfunction — low flow, recirculation; urgent US / declotting.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Dialyzer reaction — eosinophilia, bronchospasm (Type A); pre-rinse and alternate dialyzer.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TREATMENTS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gain &gt; 3–5% dry weight → review intake, Na+ diet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dialysis → hyperkalemia, volume overload, uremia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infection → fever, redness; blood cultures + vanco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Calciphylaxis — painful skin ulcers; low-Ca dialysate, sodium thiosulfate, wound care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Amyloidosis, RLS, pruritus — chronic complications of long-term HD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dialysis — PD and home HD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Independence, preserved residual function, comparable outcomes.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Peritonitis Guidelines 2022. UpToDate: Overview of PD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PERITONEAL DIALYSIS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CAPD (4 manual exchanges/day) or APD (cycler at night)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Prescription: dwell volume, # exchanges, dextrose concentration (1.5/2.5/4.25%)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Icodextrin for long dwell (fewer failures to UF)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Adequacy: dialysis adequacy (clearance × time / distribution volume) (Kt/V) ≥ 1.7/week (weekly urea clearance)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Peritonitis: cloudy effluent, fever, abdominal pain; WBC &gt; 100 with &gt; 50% PMN; IP antibiotics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Contraindications: large hernias, recent abdominal surgery, scarring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HEMODIALYSIS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short (2–3 h × 5–6×/wk) or nocturnal (6–8 h × 3–6×/wk)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BP, LVH regression, phosphorus control (FHN trial signal)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 partner, home space, training (4–6 weeks)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often AVF with buttonhole cannulation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QoL burden for many compared to in-center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motivated patients with support at home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in dialysis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what didn't.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6126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Kt/V or high-flux dialyzer did NOT improve mortality in maintenance HD.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ATN 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CRRT (35 mL/kg/h) = standard (20–25) in AKI. Standard is sufficient.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vs late RRT start in ESRD — no mortality difference; early = more complications.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KRT safe in stage 3 AKI; 49% never needed dialysis.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STARRT-AKI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Accelerated KRT did not reduce 90-d mortality; 38% of standard arm avoided KRT.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Single-center signal favoring early KRT — not replicated in STARRT-AKI.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FHN 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 weekly HD improved LVH, BP — no mortality signal.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IV iron (high-dose) in HD ↓ CV events, ↓ ESA need.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presentation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when presenting a KRT consult.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dialysis on BUN alone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ESRD schedule / dry weight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medical optimization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CRRT without checking hemodynamics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PICCs / peripheral IVs in CKD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access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clinical problem, not BUN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schedule, access, dry weight, transplant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medical therapy failed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IHD if stable; CRRT if on pressors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 preservation — no BP/IV ordered in arm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CVC needs a next-step plan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man admitted to MICU with septic shock from pneumonia, on norepinephrine 0.4 µg/kg/min and vasopressin. Oliguric × 24 h, Cr rose from 1.2 to 4.6 over 72 h. K+ 6.8 (persistent despite med therapy), HCO3 14, pH 7.18, volume-overloaded with worsening oxygenation. No urgent toxin.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 meet criteria for KRT, and what modality?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/ KRT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multiple AEIOU indications (Acidosis, Electrolytes, Overload). Start CRRT given hemodynamic instability.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AEIOU triggers: A (pH &lt; 7.15), E (K+ &gt; 6.5 refractory), O (pulmonary edema limiting oxygenation). CRRT preferred over IHD because he's on high-dose pressors; CRRT's gentler solute/fluid removal avoids further hemodynamic collapse. Standard dose 20-25 mL/kg/h effluent (ATN trial — more is not better). Large-bore CVC (usually IJ) for access. Goal is to bridge to renal recovery; ~60% of AKI-KRT patients recover kidney function, so this does NOT mean lifelong dialysis.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Dialysis / KRT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2012 AKI Guideline (RRT section)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 2019 Vascular Access Update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 2015 Hemodialysis Adequacy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ASDIN and ASN Access &amp; Modality statements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 — NEJM 2002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 Trial — NEJM 2008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— NEJM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AKIKI — NEJM 2016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ELAIN — JAMA 2016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STARRT-AKI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FHN Daily — NEJM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PIVOTAL — NEJM 2019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replacement therapy in AKI: indications and timing  •  Selection of modality for acute RRT  •  Overview of peritoneal dialysis  •  Intradialytic hypotension  •  Vascular access for hemodialysis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Dialysis / KRT</dc:title>
  <dc:subject>PptxGenJS Presentation</dc:subject>
  <dc:creator>Dr. Cheng</dc:creator>
  <cp:lastModifiedBy>Dr. Cheng</cp:lastModifiedBy>
  <cp:revision>1</cp:revision>
  <dcterms:created xsi:type="dcterms:W3CDTF">2026-04-23T05:14:12Z</dcterms:created>
  <dcterms:modified xsi:type="dcterms:W3CDTF">2026-04-23T05:14:12Z</dcterms:modified>
</cp:coreProperties>
</file>