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Hyperkalemia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three-phase approach: stabilize, shift, remove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stabilizes the myocardium — it does NOT lower the potassium.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urgency comes from the arrhythmia risk, not the number.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and prevention of hyperkalemia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CONSULT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≥ 6.0 or any ECG changes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despite medical therapy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ESRD / CKD-5 needing KRT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 in AKI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on RAAS / MRA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selection (patiromer / SZC)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in order: is it real? Is the myocardium at risk (ECG)? What's the mechanism? Then treat. Skipping the ECG is the classic error.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question: is this real?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pseudohyperkalemia before you commit to aggressive therapy.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Causes and evaluation of hyperkalemia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004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PSEUDOHYPERKALEMIA  —  consider if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Hemolyzed sample (difficult draw, tourniquet)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 clenching during phlebotomy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&gt; 400K or WBC &gt; 50K (cells release K⁺ in tube)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transport (cold → K⁺ leak)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ECG changes despite reported K⁺ 7+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redraw (plasma, not serum if thrombocytosis); repeat ECG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4069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80160"/>
            <a:ext cx="73152" cy="32004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HYPERKALEMIA  —  drivers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Excretion: AKI, CKD 4–5, RAAS, MRA, K-sparing diuretics, heparin, calcineurin inhibitors, trimethoprim-sulfamethoxazole (TMP-SMX)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shift: acidosis, insulin deficiency (DKA), β-blockade, succinylcholine, digoxin toxicity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Load: tumor lysis, rhabdo, massive transfusion, K+ supplements, salt substitutes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Hypoaldo: type 4 RTA (DM), adrenal insufficiency</a:t>
            </a:r>
            <a:endParaRPr lang="en-US" sz="1100" dirty="0"/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treat the mechanism, not just the number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ECG: the driver of urgency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changes correlate poorly with K⁺ level — but any change means membrane stabilization now.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Clinical manifestations of hyperkalemia in adults (2026).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K⁺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ECG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5.5 – 6.0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none; occasional peaked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RAAS/MRA; diet; consider binder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C6C2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6.0 – 6.5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Peaked T waves (narrow-based, tall)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therapy; binder; reassess every 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6F5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6.5 – 7.5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prolongation, QRS widening, loss of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NOW; shift; strongly consider KRT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9B222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&gt; 7.5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Sine wave, VT/VF, asystole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Calcium, shift, emergent KRT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8587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teaching error: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to treat until ECG changes appear. Some patients with K⁺ 6.0 have widened QRS; others with K⁺ 7 look normal. Treat based on rate of rise, AKI context, and ECG together — not K⁺ value alone.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 — don't mix them 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protects the heart. Phase 2 buys time. Phase 3 removes the potassium.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and prevention of hyperkalemia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73152" cy="3337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5087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myocardium. Buys 30–60 minutes. Does NOT lower K⁺.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23444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234440"/>
            <a:ext cx="73152" cy="333756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508760"/>
            <a:ext cx="731520" cy="731520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K⁺ intracellularly. Drops K⁺ 0.5–1.0 mEq/L for 2–6 h. Does NOT remove K⁺.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234440"/>
            <a:ext cx="73152" cy="3337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150876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 K⁺ from the body. The only definitive step.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phases is the classic trainee error: giving calcium and stopping, or giving insulin without a definitive removal plan.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Drugs, doses, and kinetics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onset and duration — it tells you when to re-check and re-dose.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and prevention of hyperkalemia in adults (2026).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37160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 / 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gluconate 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mL IV over 2–5 min (can repeat ×1)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min / 30–60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STABILIZE only. Avoid peripheral Ca chloride (tissue necrosis). Caution on digoxin.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+ dextrose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 reg IV (or 5 U if eGFR &lt; 30) + 25 g D50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min / 4–6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Hypoglycemia in ~20–30% at 10 U in renal failure; glucose q1h × 6 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Albuterol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mg nebulized (4–8× the asthma dose)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/ 2–4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Additive with insulin. Avoid in active ischemia.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NaHCO₃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mEq in D5W over hours (if acidosis)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metabolic acidosis — not a primary K⁺ lowerer.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Furosemide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 mg IV if UOP present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min / 4–6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K⁺ via urine; useless if anuric.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Patiromer / SZC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Patiromer 8.4 g PO daily • SZC 10 g TID × 48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Patiromer ~7 h • SZC ~1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 binders. Outpatient control on RAAS. Not for life-threatening hyperK.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Hemodialysis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2.0 or 1.0 bath × 3–4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/ hours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Definitive. Removes 25–50 mEq/session. Expect rebound in 2–4 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hyperkalemia algorithm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you're paged: this is what happens in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and prevention of hyperkalemia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28016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1234440"/>
            <a:ext cx="7772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261872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ECG immediately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Peaked T, wide QRS, or any change → emergency tier.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901952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1856232"/>
            <a:ext cx="7772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883664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if ECG changes OR K ≥ 6.5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Calcium gluconate 1 g IV. Re-dose if ECG not improved in 5 min.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52374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2478024"/>
            <a:ext cx="7772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505456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Insulin 10 U + D50 25 g IV. Albuterol 10–20 mg neb. Bicarb if pH &lt; 7.20.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14553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05840" y="3099816"/>
            <a:ext cx="7772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127248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Loop diuretic if UOP present. Binder (SZC/patiromer). Call dialysis if refractory or anuric.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76732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05840" y="3721608"/>
            <a:ext cx="7772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49040"/>
            <a:ext cx="7543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mechanism, monitor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Hold RAAS/MRA/K⁺ supplements. Repeat K⁺ + ECG q1–2 h. Expect rebound in 2–4 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Outpatient: keep the RAAS 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binders let us continue ACEi / ARB / finerenone / spironolactone in CKD.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Treatment and prevention of hyperkalemia in adults (2026). patiromer + spironolactone in resistant HTN trial (AMBER), patiromer + MRA in HFrEF trial (DIAMOND).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46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STOPPING RAAS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K⁺ — fasting, non-hemolyzed sample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Low-K⁺ diet counseling (not salt substitutes!)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Diuretic if volume-tolerant (loop ± thiazide)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metabolic acidosis: HCO₃⁻ if &lt; 18–20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K-sparing supplements, NSAIDs, bactrim</a:t>
            </a:r>
            <a:endParaRPr lang="en-US" sz="1150" dirty="0"/>
          </a:p>
          <a:p>
            <a:pPr>
              <a:spcAft>
                <a:spcPts val="500"/>
              </a:spcAft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this — try a binder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46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 — PATIROMER vs SZC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Patiromer (Veltassa): 8.4–25.2 g PO daily. Takes 7 h for onset. Separate from other meds by 3 h. Constipation, ↓Mg²⁺.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zirconium (Lokelma): 10 g TID × 48 h, then 10 g daily. Faster (1 h). High sodium load (caution HF).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permit continuation of RAAS / MRA in CKD (AMBER trial — patiromer; DIAMOND — patiromer in HFrEF).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Kayexalate (sodium polystyrene sulfonate (SPS)): avoid — risk of bowel necrosis; use SZC instead.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avoid these, you'll stay out of trouble.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ECG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calcium lowered K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Bicarb without acidosis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 anuria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Kayexalate when SZC available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RAAS permanently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insulin hypoglycemia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present the ECG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'calcium stabilized; K still X'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bicarb before NaHCO3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Anuria → dialysis for removal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SZC / patiromer, not Kayexalate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+ binder before stopping RAAS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q1h × 6 h after insulin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68-year-old woman with T2DM, CKD 3b (eGFR 35), HFrEF 30%, on lisinopril 40 mg, spironolactone 25 mg, metoprolol, and furosemide 40 mg. ER check-in K+ 6.8 after missing a week of follow-up. BP 138/80, HR 62. ECG: peaked T waves, PR 220, QRS 105 ms. Pt is asymptomatic.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immediate sequence of interventions, and what's your outpatient plan?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gluconate 1 g IV now, then shift (insulin 10 U + D50 25 g; albuterol 10 mg neb), then remove (loop diuretic if UOP, SZC 10 g TID).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in order: STABILIZE → SHIFT → REMOVE. Calcium protects the heart but does NOT lower K+. After shift, the K+ rebounds in 4-6 h. Outpatient: her RAAS + MRA + CKD + diabetes are all driving hyperK, but these drugs are prognostically essential. Rather than stopping them permanently, add SZC or patiromer (AMBER, DIAMOND) and continue RAAS/MRA at adjusted doses. Diet counseling (avoid salt substitutes, bananas, potatoes) and adherence check are equally important.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Hyperkalemia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Guideline (potassium management)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ESC/AHA: hyperkalemia in HFrEF on MRA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ERA-EDTA position statement on hyperkalemia management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 commentary on dietary K⁺ in CKD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PEARL-HF — patiromer in HFrEF on MRA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OPAL-HK — patiromer for RAAS continuation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— patiromer in resistant HTN + CKD on spiro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— patiromer enables MRA in HFrEF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 — SZC maintenance of normokalemia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and evaluation of hyperkalemia in adults  •  Clinical manifestations of hyperkalemia in adults  •  Treatment and prevention of hyperkalemia in adults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Hyperkalemia</dc:title>
  <dc:subject>PptxGenJS Presentation</dc:subject>
  <dc:creator>Dr. Cheng</dc:creator>
  <cp:lastModifiedBy>Dr. Cheng</cp:lastModifiedBy>
  <cp:revision>1</cp:revision>
  <dcterms:created xsi:type="dcterms:W3CDTF">2026-04-23T05:14:04Z</dcterms:created>
  <dcterms:modified xsi:type="dcterms:W3CDTF">2026-04-23T05:14:04Z</dcterms:modified>
</cp:coreProperties>
</file>