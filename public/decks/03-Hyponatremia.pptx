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TEACHING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Hyponatremia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Tonicity, volume status, and the art of slow correction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hyponatremia is a water problem. Fix it slowly, or you'll break the brain.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Cheng  •  Premier Nephrology Medical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MS3/MS4 rotation teaching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get consulted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looks simple; overcorrection isn't.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Overview of the treatment of hyponatremia in adults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FOR CONSULT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&lt; 125 or drop ≥ 10 in 24 h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Symptomatic (seizure, AMS)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etiology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SIADH refractory to fluid restriction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Cirrhosis / HF with progressive Na drop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Overcorrection / DDAVP clamp for ODS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B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PEARL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3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 answer 90%: is it truly hypotonic? How concentrated is the urine? What's the volume status? Everything flows from these.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labs decide the diagnosis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all three on the same draw. Don't skip serum osmolality.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Diagnostic evaluation of hyponatremia in adults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OSMOLALITY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173736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275–295 mOsm/kg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275 → TRUE hypotonic hyponatremia — proceed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275–295 → isotonic (pseudohyponatremia from lipids/protein)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295 → hypertonic (hyperglycemia, mannitol)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80160"/>
            <a:ext cx="73152" cy="3291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OSMOLALITY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29000" y="173736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→ water excess: primary polydipsia, beer potomania, tea &amp; toast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100–300 → mixed / resetting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300 → ADH active: SIADH, hypovolemia, HF, cirrhosis, hypothyroid, adrenal insufficiency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SODIUM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173736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 → low effective circulating volume (true hypovolemia or HF/cirrhosis)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 → SIADH or renal salt loss (diuretics, CSW, adrenal insufficiency)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only after urine osm shows ADH is 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Etiology by volume status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true hypotonic, volume status sorts the differential.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Causes of hyponatremia in adults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8412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34440"/>
            <a:ext cx="73152" cy="1005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07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HYPOVOLEMIC  (true Na⁺ loss &gt; water loss)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00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losses, diuretics (thiazides top offender), bleeding  •  Cerebral salt wasting (neuro patients)  •  Adrenal insufficiency / mineralocorticoid deficiency  •  Urine Na &lt; 20 (extrarenal); &gt; 30 (renal)  •  Treat with isotonic saline → stop the ADH drive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8412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7315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048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EUVOLEMIC  (water excess, Na⁺ normal)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2697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SIADH (CNS, pulmonary, meds, malignancy)  •  Hypothyroidism  •  Glucocorticoid deficiency  •  Low solute intake (tea &amp; toast, beer potomania)  •  Primary polydipsia  •  Management differs: fluid restriction ± salt tabs ± vaptan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8412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2900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021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HYPERVOLEMIC  (impaired free water excretion)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failure, cirrhosis, nephrotic syndrome, advanced CKD  •  All share low effective arterial blood volume → ADH on despite expansion  •  Fluid + Na⁺ restriction; treat underlying disease  •  Tolvaptan in hospitalized HF / cirrhosis with caution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SIADH — the diagnosis of pattern recognition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 diagnosis that requires every exclusion before you commit.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Pathophysiology and etiology of SIADH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CRITERIA (Bartter &amp; Schwartz)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Hypotonic (serum osm &lt; 275)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osm &gt; 100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euvolemic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Na &gt; 30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TSH + cortisol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recent diuretic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fluid restriction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— 4 BUCKETS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CNS: stroke, SAH, trauma, meningitis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Pulmonary: pneumonia, TB, small-cell lung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Meds: SSRIs, carbamazepine, MDMA, thiazides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Malignancy (ectopic ADH)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Transient: post-op, pain, nausea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Correction rate — the central safety question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rise the Na by the right amount in the right time frame — no more.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Overview of the treatment of hyponatremia in adults (2026). Hoorn &amp; Zietse, JASN 2017.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 ( &lt; 48 h or severe symptoms 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Seizure, coma, respiratory arrest = brain swelling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saline 100 mL bolus IV over 10 min (may repeat ×2 until symptoms resolve)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raise Na⁺ by 4–6 mEq/L quickly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10–12 mEq/L in 24 h, 18 mEq/L in 48 h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3% infusion 0.5–2 mL/kg/h after bolus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 ( &gt; 48 h or unknown duration 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has adapted — correcting fast causes ODS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≤ 8 mEq/L per 24 h  (6 if high risk: alcoholism, malnutrition, hypoK)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Na⁺ every 2 h initially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overshooting: DDAVP 2–4 µg IV q6h + D5W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'DDAVP clamp' — pre-empt overcorrection in high-risk patients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— match the tool to the phenotype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status drives the choice as much as the Na⁺ value.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Treatment of hyponatremia: syndrome of inappropriate antidiuretic hormone secretion (2026).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2860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Phenotype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symptomatic (acute)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 saline 100 mL bolus × up to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3% at 0.5–2 mL/kg/h; re-check q2h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Isotonic saline (may worsen if SIADH)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SIADH (euvolemic)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 restriction 800–1000 mL/day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tabs 1–2 g TID ± loop diuretic; selected inpatient tolvaptan if refractory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Isotonic saline (desalination can worsen Na⁺)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Hypovolemic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Isotonic saline cautiously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for brisk overcorrection once volume restored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 restriction (worsens ADH drive)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Hypervolemic (HF/cirrhosis)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 + Na⁺ restriction; loop diuretic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HF: selected inpatient tolvaptan. Cirrhosis/liver disease: generally avoid or use only with hepatology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volumes of saline; vaptans in liver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Drug-induced (thiazide, SSRI)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the drug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 restriction until Na normalizes; expect brisk rise → DDAVP if overcorrecting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Resuming thiazide without reassessment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Osmotic demyelination syndrome (ODS)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preventable complication that defines the field.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Osmotic demyelination syndrome and overly rapid correction of hyponatremia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PATIENTS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Na⁺ &lt; 120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hyponatremia (unknown duration = assume chronic)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use disorder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Malnutrition / cachexia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Hypokalemia (K⁺ repletion will drive Na⁺ up further)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disease / advanced cirrhosis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Hypoxia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/ RESCUE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 limit Na⁺ rise to ≤ 8 mEq/L/24 h (6 in high risk)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Na⁺ q2h during active correction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Replete K⁺ into the Na budget (K rises raise Na too)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Rescue: if overshooting, DDAVP 2–4 µg IV + D5W 3 mL/kg over 1 h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re-lower Na⁺ to stay under threshold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ODS may not appear for 2–6 days — act on labs, not symptoms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ones that lead to ODS or to missed diagnoses.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Nephrology teaching guide.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serum osmolality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SIADH without TSH / cortisol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saline in true SIADH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restriction in hypovolemia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K (K raises Na)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without Na q2h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order: serum osm, urine osm, urine Na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out thyroid / adrenal first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SIADH → fluid restriction, not saline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Hypovolemia → saline, watch rebound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K repletion into 24-h ΔNa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q2h labs until stable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 — answer is on the next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2514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74-year-old woman with small-cell lung cancer presents with 3 days of progressive confusion. Na+ 114 (baseline 138 one month ago), no seizures. Exam: alert but disoriented × 2. Euvolemic. Serum osm 244, urine osm 560, urine Na 48. TSH and AM cortisol normal. On home sertraline; no diuretic. On admission she's given 500 mL 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diagnosis, is this acute or chronic, and what's the correction target?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—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teaching points from the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SIADH secondary to small-cell lung cancer; chronic hyponatremia (&gt; 48 h); target Na+ rise ≤ 6–8 mEq/L per 24 h to avoid ODS.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2240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SIADH: hypotonic hyponatremia, inappropriately concentrated urine, urine Na &gt; 30, euvolemic, normal TSH/cortisol. Isotonic saline can worsen SIADH via desalination. Treatment: fluid restriction (800-1000 mL/day) ± salt tabs; consider inpatient tolvaptan only if refractory and closely monitored. Na+ q2h during correction. If overcorrecting, rescue with DDAVP 2-4 µg IV + D5W 3 mL/kg. High-risk for ODS: alcoholism, malnutrition, hypokalemia, Na+ &lt; 120.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Hyponatremia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panel consensus (Am J Med 2013) on hyponatremia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clinical practice guideline — ERA-EDTA / ESE 2014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Society — SIADH guidance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Hoorn &amp; Zietse. JASN 2017 — practical correction approach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SALT-1 / SALT-2 — tolvaptan in SIADH, HF, cirrhosis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SALTWATER — long-term tolvaptan safety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Sterns et al. — ODS risk and correction pacing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Garrahy et al. — empiric fluid restriction success rates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(2026 access):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of hyponatremia in adults  •  Overview of the treatment of hyponatremia in adults  •  Treatment of hyponatremia: SIADH and reset osmostat  •  Osmotic demyelination syndrome and overly rapid correction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Hyponatremia</dc:title>
  <dc:subject>PptxGenJS Presentation</dc:subject>
  <dc:creator>Dr. Cheng</dc:creator>
  <cp:lastModifiedBy>Dr. Cheng</cp:lastModifiedBy>
  <cp:revision>1</cp:revision>
  <dcterms:created xsi:type="dcterms:W3CDTF">2026-04-23T05:14:04Z</dcterms:created>
  <dcterms:modified xsi:type="dcterms:W3CDTF">2026-04-23T05:14:04Z</dcterms:modified>
</cp:coreProperties>
</file>