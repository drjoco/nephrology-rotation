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Contrast-Associated AKI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risk, modern prevention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let fear of contrast delay a life-saving scan. Real risk is lower than you were taught.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get consulted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Post-contrast Cr rise — is this contrast-induced acute kidney injury (CI-AKI), or coincidence?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Manual on Contrast Media (2025). UpToDate: Prevention of CI-AKI in adults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TRIGGERS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rise 24–48 h post-contrast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Intra-arterial contrast (angio, PCI)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&lt; 30 needing CT or MRI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around contrast study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contrast safety counseling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Post-angio atheroemboli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Gadolinium NSF concern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'contrast-induced AKI' is coincidental. Don't skip a scan that changes management. Optimize volume when you can.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Definitions: post-contrast acute kidney injury (PC-AKI) vs CI-AKI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ACR distinguishes correlation from causation.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College of Radiology (ACR) 2021 Manual on Contrast Media.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POST-CONTRAST AKI  (PC-AKI)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term: AKI developing within 48 h of contrast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— makes no claim about causation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CI-AKI and coincidental AKI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clinical 'CI-AKI' is actually PC-AKI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alternative causes: sepsis, hemodynamics, nephrotoxins, obstruction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CONTRAST-INDUCED AKI  (CI-AKI)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attributed to contrast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pattern: Cr rise starts 24–48 h, peaks 3–5 d, recovers by day 7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Cr ↑ ≥ 25% or ≥ 0.3 mg/dL within 48 h (KDIGO)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 sediment usually (no casts, no cells)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Non-oliguric in most cases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CI-AKI rate in modern series: 1–6% (much lower than historical 10–30%)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factors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+ intra-arterial + volume status drive risk.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Prevention of contrast-associated AKI (2026). ACR Manual on Contrast Media (2025).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3108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Kidney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 &lt; 30 (highest); AKI currently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 ≥ 45 (minimal risk for IV contrast)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Intra-arterial  (angio, PCI, transcatheter aortic valve replacement (TAVR))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Intravenous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Hypovolemia, hypotension, sepsis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Euvolemic, pre-hydrated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Comorbidity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+ CKD, CHF, multiple myeloma (debated)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Non-diabetic without CKD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High-osmolar (obsolete)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Low-osmolar, iso-osmolar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volumes (&gt;100 mL), serial studies within 24–72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necessary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NSAIDs, aminoglycosides, amphotericin, diuretics (volume depletion)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for procedure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 that works — and what doesn't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status is everything. NAC and bicarb are not.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(NEJM 2018). AMACING (Lancet 2017). POSEIDON.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IV hydration — NS or LR, 1–1.5 mL/kg/h for 6–12 h pre- &amp; post-contrast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Low-osmolar or iso-osmolar contrast (standard now)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contrast volume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nephrotoxins around the procedure (NSAIDs, diuretics if volume allows)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hemodynamics before the study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repeat contrast within 24–72 h when possible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Intra-arterial: POSEIDON — left ventricular end-diastolic pressure (LVEDP)-guided hydration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WORK (don't use)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N-acetylcysteine (NAC)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showed no benefit vs placebo — stop using.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bicarbonate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PRESERVE: no superiority over isotonic saline.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Prophylactic HD / hemofiltration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contrast but has not shown kidney protection; do not use prophylactically.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hydration for IV contrast + eGFR 30–59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AMACING: no benefit; consider omitting.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Atheroembolic disease — the real post-angio AKI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timeline, different clue set, worse prognosis.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Atheroembolic disease of the kidneys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1–4 weeks post-angiography (delayed onset, not 48 h)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Livedo reticularis, blue toes, digital gangrene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Eosinophilia (~80%), hypocomplementemia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visual changes (Hollenhorst plaques on fundus)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ischemia, pancreatitis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stepwise decline, not monophasic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Biopsy: cholesterol clefts in arterioles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only — no proven disease-modifying therapy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 (may stabilize plaque)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BP, diabetes, lipids aggressively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care for skin lesions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further anticoagulation / angiography if possible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~30% need dialysis; partial renal recovery possible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Steroids: controversial, limited evidence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Gadolinium — a quick aside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risk is minimal with modern agents. Don't refuse all MRI for low eGFR.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Manual on Contrast Media (2025). ACR/NKF 2020 Consensus.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246888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NSF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 low eGFR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I  (linear, non-ionic)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— classic NSF agents (gadodiamide, gadoversetamide)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II  (macrocyclic + stable linear)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low (few case reports)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if needed even at eGFR &lt; 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III  (linear, ionic)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OK if eGFR ≥ 30; consider Group II 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383280"/>
            <a:ext cx="8412480" cy="118872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II gadolinium is considered safe at eGFR &lt; 30 — risk of missed MRI diagnosis usually outweighs NSF risk.  • Do not start or intensify dialysis solely for gadolinium; if already on HD, coordinate with the next practical session.  • Retention in brain (basal ganglia, dentate) is mostly linked to linear agents — clinical significance remains unclear.  • Avoid gadolinium in pregnancy when possible.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Landmark trials in contrast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trials changed what we teach.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references slide.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58521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 and bicarb both ineffective for CI-AKI prevention in high-risk (eGFR &lt; 45) — definitive.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pre-hydration vs NS hydration in eGFR 30–59 with IV contrast — NO difference.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POSEIDON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LVEDP-guided hydration in cath lab reduced CI-AKI vs standard (intra-arterial context).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 in angiography — no benefit. Confirmed in PRESERVE.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REMEDIAL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Ranolazine or RenalGuard — limited use in practice.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Davenport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Propensity-matched cohorts — IV contrast does NOT materially increase AKI at eGFR ≥ 30.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that lead to refusing life-saving imaging or giving useless prophylaxis.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contrast at eGFR ≥ 30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NAC or bicarb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every post-contrast Cr rise CI-AKI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atheroemboli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Group II gado at low eGFR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NS boluses in volume overload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urine check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risk of NOT scanning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IV, minimal volume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Cr 48 h; seek alternatives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Post-angio: think atheroemboli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II gado safe at low eGFR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Euvolemic + eGFR &gt; 45: often no prophylaxis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UA + UACR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70-year-old man with CKD (eGFR 28), DM, HTN is admitted with chest pain. Troponin positive; cardiology recommends urgent catheterization. Team calls nephrology to 'clear' him — worried about CI-AKI. BP 138/82, euvolemic by exam, UA bland.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recommend regarding the cath? And what prophylaxis, if any?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Contrast-Associated AKI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catheterization — the risk of NOT treating the ACS far outweighs CI-AKI risk. Pre-hydrate with isotonic IV (1 mL/kg/h × 6-12 h pre and post). Use low-osmolar contrast, minimize volume. Skip NAC and bicarbonate.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CI-AKI rates are much lower than taught historically, especially for IV contrast. Here the indication is intra-arterial (higher-risk route) in eGFR &lt; 30 (highest-risk kidney function) — so prophylaxis is warranted. POSEIDON supports LVEDP-guided hydration in the cath lab if available. PRESERVE definitively debunked NAC and bicarbonate — neither helps vs isotonic NS. If he develops a Cr rise post-procedure: 24-48 h onset, peak 3-5 d, recovery ~7 d supports CI-AKI vs alternatives. If Cr rises 1-4 weeks after cath, think atheroemboli (livedo, eosinophilia, cholesterol clefts on biopsy).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Contrast-Associated AKI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Manual on Contrast Media (2025)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ACR/NKF 2020 Consensus — Gadolinium in CKD/ESRD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2012 AKI Guideline (contrast section)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ESUR 2018 Guidelines on Contrast Media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— NEJM 2018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AMACING — Lancet 2017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POSEIDON — Lancet 2014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— Circulation 2011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REMEDIAL II — Circulation 2011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Davenport et al. — Radiology 2013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of contrast-associated acute kidney injury  •  Pathogenesis, clinical features, and diagnosis of contrast-associated AKI  •  Gadolinium-based contrast agents and nephrogenic systemic fibrosis  •  Atheroembolic disease of the kidneys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Contrast-Associated AKI</dc:title>
  <dc:subject>PptxGenJS Presentation</dc:subject>
  <dc:creator>Dr. Cheng</dc:creator>
  <cp:lastModifiedBy>Dr. Cheng</cp:lastModifiedBy>
  <cp:revision>1</cp:revision>
  <dcterms:created xsi:type="dcterms:W3CDTF">2026-04-23T05:14:20Z</dcterms:created>
  <dcterms:modified xsi:type="dcterms:W3CDTF">2026-04-23T05:14:20Z</dcterms:modified>
</cp:coreProperties>
</file>