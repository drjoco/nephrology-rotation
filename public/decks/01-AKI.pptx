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Acute Kidney Injury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approach to the AKI consult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is not the consult — trajectory, urine output, and reversible factors are.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consult is a question about trajectory and reversibility, not a creatinine number.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2012 Clinical Practice Guideline for Acute Kidney Injury.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FOR NEPHROLOGY CONSULT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Cr without clear cause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2–3 by KDIGO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sediment (RBC / muddy brown casts)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KRT — acidosis, electrolytes, ingestion, overload, uremia (AEIOU)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Cirrhosis, HF, or sepsis complicating AKI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Creatinine is a symptom. Spend your first 5 minutes on trajectory, hemodynamics, and reversible contributors — not the number itself.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KDIGO staging: creatinine or urine output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by WHICHEVER is worse — the UOP criterion is often the first to trip.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Disease: Improving Global Outcomes (KDIGO) AKI Work Group. Kidney Int Suppl. 2012;2:1–138.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93192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Creatinine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2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1.5–1.9× baseline  OR  ↑ ≥ 0.3 mg/dL within 48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0.5 mL/kg/h for 6–12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2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2.0–2.9×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0.5 mL/kg/h for ≥ 12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2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3× baseline  OR  Cr ≥ 4.0 mg/dL  OR  initiation of KRT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0.3 mL/kg/h for ≥ 24 h  OR  anuria ≥ 12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UOP matters: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oliguria often precedes the creatinine rise by 24–48 h. Review bladder scan / Foley output hour-by-hour, not just the 24-hr total.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Anatomic differential: the three buckets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AKI gets triaged into these three buckets on the first pass.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Evaluation of acute kidney injury among hospitalized adult patients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383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PRE-RENAL  (perfusion)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0116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Hypovolemia: GI, diuretic, bleed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Sepsis, HF, cirrhosis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ACEi/ARB + NSAID + dehydration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BUN/Cr &gt; 20, FeNa &lt; 1%, FeUrea &lt; 35%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with perfusion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28016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280160"/>
            <a:ext cx="73152" cy="3383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353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 (parenchymal)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002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3280" y="20116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ATN: ischemia, sepsis, contrast, pigment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AIN: PPI, abx, NSAID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GN: RBC casts, proteinuria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Vascular: TMA, emboli, infarct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respond to volume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35040" y="128016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280160"/>
            <a:ext cx="73152" cy="3383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0" y="1353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POST-RENAL  (obstruction)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0116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BPH, pelvic mass, neurogenic bladder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ureteral: stones, retroperitoneal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Crystal: acyclovir, MTX, tumor lysis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is the screening test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Post-relief: watch K, Mg, PO4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Workup: the first-pass labs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skip the microscopy, you'll miss the diagnosis that changes management.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Diagnostic approach to adult patients with subacute kidney injury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DATASET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 + Cr trend (all prior values)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+ microscopy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UPCR or UACR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Na, Cr, urea → FeNa, FeUrea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US (obstruction)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CBC, LFTs, CK, lactate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review: NSAIDs, RAAS, contrast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excretion interpretation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FeUrea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BUN/Cr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osm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300 (iso-)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muddy brown 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754880" y="3794760"/>
            <a:ext cx="4023360" cy="822960"/>
          </a:xfrm>
          <a:prstGeom prst="rect">
            <a:avLst/>
          </a:prstGeom>
          <a:solidFill>
            <a:srgbClr val="F5E4CD"/>
          </a:solidFill>
          <a:ln w="6350">
            <a:solidFill>
              <a:srgbClr val="BC6C2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3858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FeNa is unreliable on diuretics.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FeUrea instead (urea reabsorption is not blocked by loop/thiazide).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lab UA tells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spun microscopy needed — the dipstick + automated report answers most questions.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Urinalysis in the diagnosis of kidney disease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DIPSTICK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— tea/coke = myoglobin or hemoglobin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gravity — &gt; 1.020 concentrated (prerenal); ≈ 1.010 fixed (ATN)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— trace to 3+ (quantify with UPCR / UACR)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— hematuria; confirm with RBC count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Leukocyte esterase / nitrite — UTI vs AIN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/ ketones — DKA, SGLT2i euglycemic DKA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 THAT MEAN SOMETHING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Blood+ on dipstick, no RBCs → myoglobin (rhabdo) or hemoglobin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Protein+ with bland UA → glomerular — get UPCR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LE+ but nitrite neg → AIN or fastidious organism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Nitrite+ → gram-negative UTI (usually E. coli)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dipstick in AKI does NOT rule out GN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solidFill>
            <a:srgbClr val="EB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 the UA with: 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UPCR / UACR (quantify), BMP (Cr trend, HCO3, K), urine Na/Cr/urea (FeNa / FeUrea).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start KRT: the AEIOU mnemonic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are clinical, not a single lab threshold.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Kidney replacement therapy (dialysis) in acute kidney injury in adults: Indications, timing, and dialysis dose (2026). STARRT-AKI, AKIKI.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1252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Acidosis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4904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&lt; 7.1–7.15 refractory to bicarbonate/ventilation.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1305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K⁺ &gt; 6.5 or with ECG changes refractory to medical therapy.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2532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7706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Dialyzable toxin: methanol, ethylene glycol, salicylates, lithium, metformin (MALA).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41071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pulmonary edema; need for aggressive nutrition or blood products.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97280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Uremia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0507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Pericarditis, encephalopathy, bleeding, intractable nausea/pruritus.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solidFill>
            <a:srgbClr val="EBF3F7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507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STARRT-AKI &amp; AKIKI: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clear AEIOU indication, watchful waiting is safe — ~40% of delayed-strategy patients recovered without ever needing KRT.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principles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insult. Restore perfusion. Avoid the second hit.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Overview of the management of acute kidney injury (AKI) in adults (2026). SMART (NEJM 2018).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5087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NEPHROTOXINS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ACEi/ARB, NSAIDs, aminoglycosides. Renal-dose the rest. Defer contrast if possible.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80160"/>
            <a:ext cx="73152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PERFUSION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only if depleted. Balanced crystalloids &gt; NS (SMART). Sepsis: MAP ≥ 65.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73152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CAUSE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Abx for sepsis. Relieve obstruction. Stop AIN trigger. Immunosuppression for GN/vasculitis.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9718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7180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DON'T OVERCORRECT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K, HCO3, PO4. Diurese only if overloaded — not to chase Cr.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trials that shape practice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what you're expected to know on rounds.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6126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ATN 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Intensive CRRT (35 mL/kg/h) = standard (20–25). Ended 'more is better.'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AKIKI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KRT safe in stage 3 AKI; 49% never needed dialysis.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STARRT-AKI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Accelerated KRT did not reduce 90-d mortality; 38% of standard arm avoided KRT entirely.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crystalloids reduced major adverse kidney events at 30 days (MAKE30) vs NS in ICU (NNT 91; NNT 29 in sepsis).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BICAR-ICU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HCO₃⁻ for pH ≤ 7.20 reduced mortality in the AKI subgroup (NNT ~6).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 does NOT prevent contrast AKI; isotonic saline = bicarbonate. Debunked two dogmas.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presentation mistakes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and you'll sound like a senior.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with Cr value, not trajectory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24-hr UOP, not hourly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every AKI 'ATN' without UA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RAAS + NSAID + contrast combo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KRT by labs alone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US in anuria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stage, trajectory, UOP, top 2 ddx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≥ 3 prior Cr values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state urine microscopy result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reversible factor you're removing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KRT by AEIOU, not BUN/Cr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Anuria → US reflexively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72-year-old man with HTN, CHF (EF 30%), and baseline Cr 1.4 is admitted for pneumonia. Started on IV piperacillin-tazobactam and NS boluses. On hospital day 3, Cr is 2.8, UOP 0.3 mL/kg/h over 12 h. BP 108/65, on room air. UA: 2+ protein, granular/muddy-brown casts. Meds held: lisinopril, furosemide. Ultrasound: no hydronephrosis.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stage of AKI is this, and what's your top differential?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 (AKI)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stage 2 AKI (Cr 2× baseline); most likely ATN from sepsis ± piperacillin-tazobactam synergistic nephrotoxicity.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Muddy-brown casts and a non-response to volume point to intrinsic ATN rather than pre-renal. Stage is driven by both Cr (2× baseline = stage 2) and UOP (&lt; 0.5 for ≥ 12 h = stage 2). Plan: continue holding RAAS + nephrotoxins, optimize MAP ≥ 65, watch K+/HCO3 closely, daily UA, consider biopsy only if sediment unusual or failure to recover by day 7.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Acute Kidney Injury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2012 Clinical Practice Guideline for AKI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Sepsis Campaign 2021 sepsis guidelines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Manual on Contrast Media (contrast-associated AKI)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 educational resources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 Trial — NEJM 2008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AKIKI — NEJM 2016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STARRT-AKI — NEJM 2020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— NEJM 2018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SALT-ED — NEJM 2018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BICAR-ICU — Lancet 2018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— NEJM 2018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AMACING — Lancet 2017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staging criteria of AKI in adults  •  Evaluation of AKI among hospitalized adult patients  •  Overview of management of AKI in adults  •  KRT in AKI: indications, timing, and dose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Acute Kidney Injury (AKI)</dc:title>
  <dc:subject>PptxGenJS Presentation</dc:subject>
  <dc:creator>Dr. Cheng</dc:creator>
  <cp:lastModifiedBy>Dr. Cheng</cp:lastModifiedBy>
  <cp:revision>1</cp:revision>
  <dcterms:created xsi:type="dcterms:W3CDTF">2026-04-23T05:14:04Z</dcterms:created>
  <dcterms:modified xsi:type="dcterms:W3CDTF">2026-04-23T05:14:04Z</dcterms:modified>
</cp:coreProperties>
</file>